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FCD5-C593-AFE6-0826-71C8A3A2E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26707-0C31-0719-B18F-CF97DFE16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CF8D9-3A77-1A41-535D-6EA34476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C3B75-97C3-EB06-9183-2E28D081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59E8-02D2-AB90-8D41-778C3F7F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84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FD98-CE40-60B1-966F-0FB1FF9B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30355-BB06-7AB7-B8F7-FC69391F7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37B41-33F5-7B71-39E5-D30DE2C5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247FE-FA85-9AE4-E07D-8BF5C9287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2EFA3-628E-3906-26DB-35762FF2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2415-36C2-A166-A706-2DB867C2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1A708-B6C4-396C-80FC-537A5EDE3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6E124-946C-BCC8-6B2B-77BA254E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1E90A-A025-15F3-8353-51503A84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8C87B-0166-A8A5-D978-323CA718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0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BE77-F52E-C81A-81BB-D33D0873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914A-682E-C347-687E-0E88876B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D017A-AD2F-AE55-CE58-7B6DE138D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203E6-3945-D6A6-1054-C8C26F28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B49E7-4EA9-02E1-0A8A-6BEB94C8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747BC-DA12-CC27-78F5-B4BA443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81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B69F-E160-F676-9BA4-782DAB3B0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90E8-FC17-E749-14D9-EE1323DC8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97074-7436-5E9A-772F-C44245CC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D6ED7-3D1F-E242-35DA-648AD740B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6501D-9C62-8F8D-F3C9-534C7E117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574F1-7BFA-4CB7-ABDF-BD1DFAC2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E244C-2F1B-2284-EB08-B6C592A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CB944-C01B-4149-6EEF-A7C5CB22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26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36FD-C3A6-47DB-49A5-8969B1F11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E7C4D-E6B6-FA10-9260-890CF4EB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4224C-6EFA-7983-D139-3EE6D628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5A3A0-8B79-D395-029D-2386E18C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37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70BCD-5316-2A0F-2646-DC04B639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8971E-2020-8133-98ED-BEB00095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BAC7-40D7-A68E-6BE7-55F9B03A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1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FA14-6707-81A7-FB1B-283F5405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9CF64-B909-AD22-E33A-735650B5D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04DA2-0014-D140-036E-D8587021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97640-BDB2-B1AF-4E47-4016B300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35A3C-1D9A-7C66-400D-898D85D5C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2FF46-6945-1326-322C-CEA17EDA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0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7E39-D61C-CF5B-811C-568AF5C8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88144-C3E9-60FC-C009-ECFA6510D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714FE-065C-2353-9EC4-833192F9D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12676-2F9F-246A-0D55-914248F7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E32C5-4504-7F55-EF59-3D1FF590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1F43E-1FB8-4A56-C224-FE6212D8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15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1EEC-8A99-FA97-167E-AC0D0537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F99BA-A808-3007-470D-E9897B5ED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465CD-7A62-9875-6414-C49BB5E1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3092F-D3F2-8B6E-7085-D9738876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B014B-8EE3-AA21-EFC5-66EF23DF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7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09696-5208-968E-CDF1-85867F1D6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CA070-799E-ECFF-6ABA-538F9704B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9833-764D-81A3-20D0-9EF33581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9762B-C62B-1A64-AC7E-23AFE90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15AF4-0253-B1CA-A4A6-97A0316F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55408-B966-EDB5-4674-BC2A83D7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D1C4-7506-1982-36CF-886AC460B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3B8CC-19D2-CBFC-3649-13A430E56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AF0E87-EC01-4514-9327-9EED7B65F173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C71A-0D1F-27C6-B490-282728FD1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BF3C-E4BE-6431-644A-51A97D199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EE198-1166-4FD8-87D2-72602A03E8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609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2719-5BAF-8163-715D-386CDD25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2" y="2664542"/>
            <a:ext cx="7833852" cy="1966452"/>
          </a:xfrm>
        </p:spPr>
        <p:txBody>
          <a:bodyPr>
            <a:norm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P.Rekha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Sucharitha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192525342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CSA1406-Compiler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300749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16214D-06E9-FC0B-919C-4F5753CF8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127" y="1955469"/>
            <a:ext cx="6797629" cy="43765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578008-CB1E-08BA-C69D-7A23E13977E9}"/>
              </a:ext>
            </a:extLst>
          </p:cNvPr>
          <p:cNvSpPr txBox="1"/>
          <p:nvPr/>
        </p:nvSpPr>
        <p:spPr>
          <a:xfrm>
            <a:off x="2182761" y="619432"/>
            <a:ext cx="4395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number validator</a:t>
            </a:r>
          </a:p>
        </p:txBody>
      </p:sp>
    </p:spTree>
    <p:extLst>
      <p:ext uri="{BB962C8B-B14F-4D97-AF65-F5344CB8AC3E}">
        <p14:creationId xmlns:p14="http://schemas.microsoft.com/office/powerpoint/2010/main" val="365232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D51465-D556-ED9C-FCA5-4FACFCF22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7" y="762861"/>
            <a:ext cx="11141405" cy="56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1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2FF18-B9DE-23BE-ADBE-E5241B6A8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160" y="1944650"/>
            <a:ext cx="7478537" cy="39322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2263AC-863F-1CE3-F33A-8FA9EDE2BBF8}"/>
              </a:ext>
            </a:extLst>
          </p:cNvPr>
          <p:cNvSpPr txBox="1"/>
          <p:nvPr/>
        </p:nvSpPr>
        <p:spPr>
          <a:xfrm>
            <a:off x="2074606" y="736350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sz="2400" dirty="0"/>
              <a:t>.Digit or Not a Digit Detector</a:t>
            </a:r>
          </a:p>
        </p:txBody>
      </p:sp>
    </p:spTree>
    <p:extLst>
      <p:ext uri="{BB962C8B-B14F-4D97-AF65-F5344CB8AC3E}">
        <p14:creationId xmlns:p14="http://schemas.microsoft.com/office/powerpoint/2010/main" val="230581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DA656F-C364-5D52-1A64-310A09AAC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648" y="933233"/>
            <a:ext cx="5128704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5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582531-F2E2-23F1-81E0-39C3EF445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702" y="167148"/>
            <a:ext cx="664460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D53F7-11D9-85FF-B575-85B96815E39B}"/>
              </a:ext>
            </a:extLst>
          </p:cNvPr>
          <p:cNvSpPr txBox="1"/>
          <p:nvPr/>
        </p:nvSpPr>
        <p:spPr>
          <a:xfrm>
            <a:off x="2418736" y="2772698"/>
            <a:ext cx="3914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3.Email-ID Validator</a:t>
            </a:r>
          </a:p>
        </p:txBody>
      </p:sp>
    </p:spTree>
    <p:extLst>
      <p:ext uri="{BB962C8B-B14F-4D97-AF65-F5344CB8AC3E}">
        <p14:creationId xmlns:p14="http://schemas.microsoft.com/office/powerpoint/2010/main" val="3053069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D3A5A4-57E8-1543-6728-26D03C945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852" y="658570"/>
            <a:ext cx="6677167" cy="554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4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9F6AEA-2A05-C39E-B7DF-92298B1AE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62" y="1002890"/>
            <a:ext cx="10188823" cy="6060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D7337-5132-06F5-8D19-EDCEB28A4A24}"/>
              </a:ext>
            </a:extLst>
          </p:cNvPr>
          <p:cNvSpPr txBox="1"/>
          <p:nvPr/>
        </p:nvSpPr>
        <p:spPr>
          <a:xfrm>
            <a:off x="4621161" y="359103"/>
            <a:ext cx="3706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4.URL Validator</a:t>
            </a:r>
          </a:p>
        </p:txBody>
      </p:sp>
    </p:spTree>
    <p:extLst>
      <p:ext uri="{BB962C8B-B14F-4D97-AF65-F5344CB8AC3E}">
        <p14:creationId xmlns:p14="http://schemas.microsoft.com/office/powerpoint/2010/main" val="3921526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26BAC-70AB-D036-B8CE-AACFB7A2A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829" y="1288026"/>
            <a:ext cx="8477442" cy="52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8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P.Rekha Sucharitha 192525342 CSA1406-Compiler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 vardhan reddy</dc:creator>
  <cp:lastModifiedBy>Jai vardhan reddy</cp:lastModifiedBy>
  <cp:revision>2</cp:revision>
  <dcterms:created xsi:type="dcterms:W3CDTF">2026-07-22T11:31:32Z</dcterms:created>
  <dcterms:modified xsi:type="dcterms:W3CDTF">2026-07-22T11:58:33Z</dcterms:modified>
</cp:coreProperties>
</file>